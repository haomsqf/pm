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5B5E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8229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QFGB 8948 - Team Portfolio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MVO Proposal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Constraints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maximize Sharpe of a fully-invested, long-only portfolio of the five assets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return ≥ 6.0% pa  (drives 18mm → 23mm goal net of 2% spend &amp; $200K income)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target ≤ 6.5% pa  (15% drawdown @ 99% conf., Normal-VaR approx)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shorting; per-asset weight ∈ [0%, 40%]  (Run 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RC caps: S&amp;P500 ≤ 50%, Global AGG ≤ 30%, Commodities ≤ 20%, Gold ≤ 15%, HF FOF ≤ 20%, TIPs ≤ 20%  (Run 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RC floor: Global AGG ≥ 5%  (keeps duration in for diversification)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005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used (Notebook 04 short-list)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S&amp;P 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beta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AGG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/ rates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Commodities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assets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Safe-haven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HF FOF Div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Inflation-linked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Allocation (Run 3) vs Equal-Weight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58368"/>
                <a:gridCol w="658368"/>
                <a:gridCol w="658368"/>
                <a:gridCol w="658368"/>
                <a:gridCol w="658368"/>
                <a:gridCol w="749808"/>
                <a:gridCol w="749808"/>
                <a:gridCol w="77724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 Ret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 Vol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 (current)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3 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3 cuts vol from 8.4% → 6.7% while delivering the required 6% return; TE to current portfolio is only 2.1% — the smallest of any candidate.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5B5E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8229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QFGB 8948 - Team Portfolio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MVO Proposal — Risk Decomposition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Total Risk Contribution (% of portfolio vol)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3 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Total Risk Contribution (% of portfolio vol)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3 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S&amp;P 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AGG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Commodities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HF FOF Div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Ratios — Equal-Weight vs Proposed (Run 3)</a:t>
            </a:r>
            <a:endParaRPr lang="en-US" sz="12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 (current)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3 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5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return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−0.40 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volatility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−1.74 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 (vs Cash)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Tracking error vs 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ratio vs 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5760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lower vol, higher Sharpe, modest TE — meets the client’s drawdown ceiling while keeping the required 6% return.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QFGB 8948 — Team Portfolio Project — MVO Proposal</dc:title>
  <dc:subject>PptxGenJS Presentation</dc:subject>
  <dc:creator>PptxGenJS</dc:creator>
  <cp:lastModifiedBy>PptxGenJS</cp:lastModifiedBy>
  <cp:revision>1</cp:revision>
  <dcterms:created xsi:type="dcterms:W3CDTF">2026-05-06T21:36:58Z</dcterms:created>
  <dcterms:modified xsi:type="dcterms:W3CDTF">2026-05-06T21:36:58Z</dcterms:modified>
</cp:coreProperties>
</file>